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caminha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666466"/>
            <a:ext cx="4937760" cy="27935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2026-10-16T17:31:16Z</dcterms:created>
  <dcterms:modified xsi:type="dcterms:W3CDTF">2026-10-16T17:31:16Z</dcterms:modified>
</cp:coreProperties>
</file>